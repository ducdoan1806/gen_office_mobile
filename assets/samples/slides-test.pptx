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Ghi chú cần giữ nguyên khi sửa văn bản.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Báo cáo sản xuất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C81E1E"/>
                </a:solidFill>
              </a:rPr>
              <a:t>Nhà máy </a:t>
            </a:r>
            <a:r>
              <a:rPr i="1" sz="2800"/>
              <a:t>Việt Nam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17520"/>
            <a:ext cx="2743200" cy="1143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0" y="27432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r>
                        <a:t>Hạng mục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Số lượng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Thành phẩm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 hoạch ngày mai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Kiểm tra chất lượng</a:t>
            </a:r>
          </a:p>
          <a:p>
            <a:r>
              <a:t>Bàn giao sản phẩm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